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94B76-5F51-2733-465E-98B3C5EFE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DE895-F35D-FC03-10E6-3D439423B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0B95C-1F5B-081C-9171-4300D0CD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9CDB6-655E-FEA7-583C-BD80683E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4D6E9-7AE6-B935-75B1-A9464416C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39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7FB3-5DD4-2039-E702-0CB64613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9D3C-C405-1137-431C-7D3C72804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674C0-C067-BD89-9511-17DFDB75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8A064-A18E-528A-60FC-8866F00A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AB917-63DD-1F6F-C1A5-8F95D637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2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2440-AF31-252F-66E5-A9507EC2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6DD0D-12F2-F5EE-BC3A-3855B2EBC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1B16A-E484-A785-054F-756595BE3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49EFF-8813-CDE3-329B-97F85E041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52B85-A850-89C8-D19E-325F1386A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03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3C974-8AC7-D8F3-C093-E2C4E5E8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3AF8F-52C4-E639-AEA5-0643FC9D1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49A0C-98A6-ED3D-0E0E-F7A52EA90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3080A-9977-DAB3-8FC2-392FC851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2F4F7-8016-9303-33D9-CDF3390D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D9678-28E6-3036-8EBA-F45B59F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FEFE-2D70-6628-246A-E9B5C79D8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74875-A53F-98E3-A896-2C50DDE74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985AD-C7BA-F30F-EDBD-044431C41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D3A8C7-E2C4-D899-4584-2BC645444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B94018-95C9-685C-1FD2-233D30072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52D77-06B2-5AE6-8187-B9F00F1B6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F9552-2B08-BF0B-51E2-AA82AE7F2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A481F-7F86-EE69-5BD9-79889B8E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739BD-A700-648B-6F25-4BD8E031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527C2-C782-4717-96B2-F6F9EADC9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1F9AC-8CAE-7F8E-FC7E-8A28BA32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453AD-6A59-9FB2-B913-B4699096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9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1B187C-8EDB-7638-7D31-991A85CD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3BCD4-FFC1-92D3-C1CC-3B24575C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53EED-B2E9-E470-3CA2-340F935F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46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1EE5-CBBD-1CBF-9605-949789073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B66D-4085-9F41-AE04-D370004DF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29C39-257E-AAE9-FC6C-E026C7FEE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76675-8B6E-808F-5C68-5F3F8C86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3A168-8F8C-7BA1-D865-9CF6B86C1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1A60F-F6DC-D45D-4FCC-6467B936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9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172E-DDCE-B0CF-889A-84972DEB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49AD40-F06F-97C0-7ADE-D8E5B2BA4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87E6E-F249-1A2A-DD9E-EABA40AE0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02309-2430-C769-E516-ED639C826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FA708-FF63-2085-8CE2-213A2E85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C5917-D58F-FC60-7647-3BC0C589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1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94FA2-5F1A-DC4B-84AD-A7109EA38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1B33F-58B1-C2C1-DBBB-F92BD2938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A064E-6563-F36D-25B3-F6FB9DEDC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E61AA-4DD7-57CB-07DF-FB963DF3D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7C515-80F3-AD93-1991-CA692977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27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6A99CB-2DEE-990C-4ED4-6B9CBACE63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67234-2398-7674-8C71-7FB5064A8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18CB6-81C8-30BC-A31E-1A975AA5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A9D43-B022-3B06-32A1-3A6387058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73064-DE0A-C6AE-8348-C62395337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70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FE98DB-3215-269F-8E7A-800DC8F9F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C4B98-B095-0587-B60D-BF46FC206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D29E3-54DF-CB60-2707-AA101F164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7DAD0-3B91-4DEF-B06B-F9FE2FA1C453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1F6BF-D7FA-49E4-AA73-4A87B1AD2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BE0C5-1A01-373F-66B1-F8BFDA93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D6FB93-67F3-479F-97B2-B13A8B4D0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6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CE719B-75FF-55F7-07F8-DECC6F60F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696" y="0"/>
            <a:ext cx="2964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0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34CAF7-F860-1923-9D39-C10248101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14" y="0"/>
            <a:ext cx="11351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05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C9B78-13B2-55AC-0C93-CCEA70D0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26C9B5-389E-B959-C8F5-A74120BA6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14" y="0"/>
            <a:ext cx="11351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0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2765D5-65EB-2C97-F598-A2F05C618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411" y="0"/>
            <a:ext cx="81131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054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C7F1-C07B-5504-FE69-0BDC6F50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152700"/>
            <a:ext cx="4210050" cy="1055688"/>
          </a:xfrm>
        </p:spPr>
        <p:txBody>
          <a:bodyPr/>
          <a:lstStyle/>
          <a:p>
            <a:r>
              <a:rPr lang="de-DE" dirty="0"/>
              <a:t>INPUT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0CAEE-FCF9-17B6-36C7-1F39A0BF2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49" y="209778"/>
            <a:ext cx="3568701" cy="3016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AAB9C9-985B-AAF0-B0B5-477B17EC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549" y="1680544"/>
            <a:ext cx="4393139" cy="37134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4A362C3-8600-0E83-59E5-ADBF3862549F}"/>
              </a:ext>
            </a:extLst>
          </p:cNvPr>
          <p:cNvSpPr txBox="1">
            <a:spLocks/>
          </p:cNvSpPr>
          <p:nvPr/>
        </p:nvSpPr>
        <p:spPr>
          <a:xfrm>
            <a:off x="5676901" y="2901156"/>
            <a:ext cx="4210050" cy="1055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94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INPUT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Palafox Gamir</dc:creator>
  <cp:lastModifiedBy>Luis Palafox Gamir</cp:lastModifiedBy>
  <cp:revision>5</cp:revision>
  <dcterms:created xsi:type="dcterms:W3CDTF">2024-05-29T07:13:20Z</dcterms:created>
  <dcterms:modified xsi:type="dcterms:W3CDTF">2024-05-31T15:35:38Z</dcterms:modified>
</cp:coreProperties>
</file>